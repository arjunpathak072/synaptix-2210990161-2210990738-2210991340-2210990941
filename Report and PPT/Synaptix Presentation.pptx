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2d9e199e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a2d9e199e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a2d9e199e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a2d9e199e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a2d9e199e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da2d9e199e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a2d9e199e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a2d9e199e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a2d9e199e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a2d9e199e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a2d9e199e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a2d9e199e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showMasterSp="0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27" name="Google Shape;27;p2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28" name="Google Shape;28;p2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2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30" name="Google Shape;30;p2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31" name="Google Shape;31;p2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32;p2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34" name="Google Shape;34;p2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36" name="Google Shape;36;p2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37" name="Google Shape;37;p2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2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" type="body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showMasterSp="0">
  <p:cSld name="Title,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48" name="Google Shape;48;p4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49" name="Google Shape;49;p4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51" name="Google Shape;51;p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52" name="Google Shape;52;p4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4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55" name="Google Shape;55;p4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4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57" name="Google Shape;57;p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58" name="Google Shape;58;p4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4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showMasterSp="0">
  <p:cSld name="Title, 2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67" name="Google Shape;67;p5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68" name="Google Shape;68;p5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5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70" name="Google Shape;70;p5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71" name="Google Shape;71;p5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74" name="Google Shape;74;p5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5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76" name="Google Shape;76;p5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77" name="Google Shape;77;p5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457200" y="1604519"/>
            <a:ext cx="4015800" cy="3977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" type="body"/>
          </p:nvPr>
        </p:nvSpPr>
        <p:spPr>
          <a:xfrm>
            <a:off x="4674239" y="1604518"/>
            <a:ext cx="4015800" cy="3977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87" name="Google Shape;87;p6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88" name="Google Shape;88;p6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6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90" name="Google Shape;90;p6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91" name="Google Shape;91;p6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6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94" name="Google Shape;94;p6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6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96" name="Google Shape;96;p6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97" name="Google Shape;97;p6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6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1" name="Google Shape;101;p6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showMasterSp="0">
  <p:cSld name="Centered 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105" name="Google Shape;105;p7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06" name="Google Shape;106;p7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7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08" name="Google Shape;108;p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09" name="Google Shape;109;p7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7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12" name="Google Shape;112;p7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7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14" name="Google Shape;114;p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15" name="Google Shape;115;p7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7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0" y="0"/>
            <a:ext cx="5486040" cy="4238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7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showMasterSp="0">
  <p:cSld name="Title, 2 Content and Conte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123" name="Google Shape;123;p8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24" name="Google Shape;124;p8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8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26" name="Google Shape;126;p8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27" name="Google Shape;127;p8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30" name="Google Shape;130;p8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8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32" name="Google Shape;132;p8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33" name="Google Shape;133;p8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8"/>
          <p:cNvSpPr txBox="1"/>
          <p:nvPr>
            <p:ph idx="2" type="body"/>
          </p:nvPr>
        </p:nvSpPr>
        <p:spPr>
          <a:xfrm>
            <a:off x="457198" y="3682079"/>
            <a:ext cx="4015802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showMasterSp="0">
  <p:cSld name="Title Content and 2 Conten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143" name="Google Shape;143;p9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44" name="Google Shape;144;p9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9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46" name="Google Shape;146;p9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47" name="Google Shape;147;p9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9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50" name="Google Shape;150;p9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9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52" name="Google Shape;152;p9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53" name="Google Shape;153;p9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9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457200" y="1604519"/>
            <a:ext cx="4015800" cy="3977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9"/>
          <p:cNvSpPr txBox="1"/>
          <p:nvPr>
            <p:ph idx="2" type="body"/>
          </p:nvPr>
        </p:nvSpPr>
        <p:spPr>
          <a:xfrm>
            <a:off x="4674239" y="368207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showMasterSp="0">
  <p:cSld name="Title, 2 Content over Conten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163" name="Google Shape;163;p10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64" name="Google Shape;164;p10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0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66" name="Google Shape;166;p10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67" name="Google Shape;167;p10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0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70" name="Google Shape;170;p10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0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72" name="Google Shape;172;p10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73" name="Google Shape;173;p10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0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10"/>
          <p:cNvSpPr txBox="1"/>
          <p:nvPr>
            <p:ph idx="2" type="body"/>
          </p:nvPr>
        </p:nvSpPr>
        <p:spPr>
          <a:xfrm>
            <a:off x="457199" y="3682079"/>
            <a:ext cx="8229242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0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showMasterSp="0">
  <p:cSld name="Title, Content over Conte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183" name="Google Shape;183;p11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84" name="Google Shape;184;p11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1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86" name="Google Shape;186;p1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87" name="Google Shape;187;p11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90" name="Google Shape;190;p11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1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92" name="Google Shape;192;p1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93" name="Google Shape;193;p11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457200" y="1604519"/>
            <a:ext cx="8229242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1"/>
          <p:cNvSpPr txBox="1"/>
          <p:nvPr>
            <p:ph idx="2" type="body"/>
          </p:nvPr>
        </p:nvSpPr>
        <p:spPr>
          <a:xfrm>
            <a:off x="457199" y="3682079"/>
            <a:ext cx="8229242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1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showMasterSp="0">
  <p:cSld name="Title, 4 Conte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203" name="Google Shape;203;p12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204" name="Google Shape;204;p12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12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206" name="Google Shape;206;p12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207" name="Google Shape;207;p12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2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209" name="Google Shape;2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210" name="Google Shape;210;p12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2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212" name="Google Shape;212;p12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213" name="Google Shape;213;p12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12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12"/>
          <p:cNvSpPr txBox="1"/>
          <p:nvPr>
            <p:ph idx="2" type="body"/>
          </p:nvPr>
        </p:nvSpPr>
        <p:spPr>
          <a:xfrm>
            <a:off x="4674239" y="3682079"/>
            <a:ext cx="4015800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12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 showMasterSp="0">
  <p:cSld name="Title, 6 Conten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223" name="Google Shape;223;p13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224" name="Google Shape;224;p13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3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226" name="Google Shape;226;p13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227" name="Google Shape;227;p13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3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230" name="Google Shape;230;p13"/>
          <p:cNvPicPr preferRelativeResize="0"/>
          <p:nvPr/>
        </p:nvPicPr>
        <p:blipFill rotWithShape="1">
          <a:blip r:embed="rId2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13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232" name="Google Shape;232;p13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233" name="Google Shape;233;p13"/>
            <p:cNvPicPr preferRelativeResize="0"/>
            <p:nvPr/>
          </p:nvPicPr>
          <p:blipFill rotWithShape="1">
            <a:blip r:embed="rId2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3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1" type="body"/>
          </p:nvPr>
        </p:nvSpPr>
        <p:spPr>
          <a:xfrm>
            <a:off x="457200" y="1604519"/>
            <a:ext cx="2649602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2" type="body"/>
          </p:nvPr>
        </p:nvSpPr>
        <p:spPr>
          <a:xfrm>
            <a:off x="6022080" y="3682079"/>
            <a:ext cx="2649602" cy="189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 flipH="1" rot="10800000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0" id="8" name="Google Shape;8;p1"/>
          <p:cNvPicPr preferRelativeResize="0"/>
          <p:nvPr/>
        </p:nvPicPr>
        <p:blipFill rotWithShape="1">
          <a:blip r:embed="rId1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9" name="Google Shape;9;p1"/>
          <p:cNvPicPr preferRelativeResize="0"/>
          <p:nvPr/>
        </p:nvPicPr>
        <p:blipFill rotWithShape="1">
          <a:blip r:embed="rId1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1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1" name="Google Shape;11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2" name="Google Shape;1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" id="15" name="Google Shape;15;p1"/>
          <p:cNvPicPr preferRelativeResize="0"/>
          <p:nvPr/>
        </p:nvPicPr>
        <p:blipFill rotWithShape="1">
          <a:blip r:embed="rId1">
            <a:alphaModFix/>
          </a:blip>
          <a:srcRect b="10717" l="0" r="0" t="0"/>
          <a:stretch/>
        </p:blipFill>
        <p:spPr>
          <a:xfrm>
            <a:off x="6553079" y="228600"/>
            <a:ext cx="2057041" cy="634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1"/>
          <p:cNvGrpSpPr/>
          <p:nvPr/>
        </p:nvGrpSpPr>
        <p:grpSpPr>
          <a:xfrm>
            <a:off x="6146637" y="-1"/>
            <a:ext cx="2997006" cy="875884"/>
            <a:chOff x="-2" y="-1"/>
            <a:chExt cx="2997005" cy="875883"/>
          </a:xfrm>
        </p:grpSpPr>
        <p:sp>
          <p:nvSpPr>
            <p:cNvPr id="17" name="Google Shape;17;p1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icture 9" id="18" name="Google Shape;18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15" id="20" name="Google Shape;20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79" y="228600"/>
            <a:ext cx="1920602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0" i="0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2" type="sldNum"/>
          </p:nvPr>
        </p:nvSpPr>
        <p:spPr>
          <a:xfrm>
            <a:off x="6294832" y="6232198"/>
            <a:ext cx="258368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/>
        </p:nvSpPr>
        <p:spPr>
          <a:xfrm>
            <a:off x="45725" y="1021700"/>
            <a:ext cx="90414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Copyright Registration Project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Synaptix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Autonomous Multi-Agent Framework for Semantic  Codebase Navigation and Architectural Mapping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br>
              <a:rPr i="1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Team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: Vanshaj Gupta (2210990941)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        Arjun Pathak (2210991340)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           Rohan Kapoor (2210990738)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        Arnav Gupta (2210990161)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Mentor</a:t>
            </a: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Dr. Rajat Takkar</a:t>
            </a: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What is Synaptix?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130328" y="1304383"/>
            <a:ext cx="88833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agentic AI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system that autonomously builds a "Mental Map" of any Python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repository. You point it at a codebase, and it: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Discovers all Python files and entry points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Traces import dependencies using AST parsing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Extracts every function, class, and method using Tree-sitter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Uses a local LLM (Ollama/qwen3) to semantically label each module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Outputs an interactive Mermaid.js dependency flowchart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Lets you chat with the codebase via TUI or web UI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Three modes: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--path (analyze only)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--chat (terminal chat)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--web (split-screen browser UI)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type="title"/>
          </p:nvPr>
        </p:nvSpPr>
        <p:spPr>
          <a:xfrm>
            <a:off x="0" y="0"/>
            <a:ext cx="64383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Agent Pipeline (LangGraph Orchestration)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275375" y="1304375"/>
            <a:ext cx="8641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Synaptix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uses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LangGraph's StateGraph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to chain 5 agents in a compiled DAG. Each agent reads from and writes to a shared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SynaptixState TypedDict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 and they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execute sequentially: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Discovery Agent → Context Climber → Semantic Indexer → Relationship Resolver → Mermaid Renderer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state carries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repo_path, discovered_files, entry_points, dependency_edge, file_labels, mermaid_output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Each agent is a pure function that takes state and returns a partial state update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LangGraph compiles this into an executable graph with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START → discover → climb → index → resolve → render → END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/>
          <p:nvPr>
            <p:ph type="title"/>
          </p:nvPr>
        </p:nvSpPr>
        <p:spPr>
          <a:xfrm>
            <a:off x="0" y="0"/>
            <a:ext cx="6333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Discovery Agent &amp; Context Climber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236025" y="1304375"/>
            <a:ext cx="86676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Discovery Agent: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Scans the repo using rglob("*.py"), excludes directories like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.venv, __pycache__, .git.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Detects entry points two ways: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Known filenames: main.py, __main__.py, app.py, manage.py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AST detection: parses each file and walks the tree looking for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if __name__ == "__main__"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guard patterns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Context Climber: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Starting from entry points, performs BFS traversal: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AST-parses each file to extract import and from ... import statements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Resolves module names to actual project files (handles both absolute and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relative imports)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Builds a complete dependency edge map: {file → [list of files it imports]}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Files not reachable from entry points are still included as isolated nodes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0" y="-1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Symbol Extraction (Tree-sitter)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334000" y="1205400"/>
            <a:ext cx="83622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What it does: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Tree-sitter is a code parser that reads a Python file and builds a structural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map, identifying every function, class, and method along with their exact line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positions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How it works in Synaptix: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Each .py file is parsed individually using a single reusable parser instance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For every symbol found, a Symbol dataclass is created storing: name, kind (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function/class/method), start line, end line, and parent class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Files with no symbols (e.g., __init__.py) are handled via a fallback, the whole file content (max 8000 chars) is stored as one chunk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Why it's needed: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Without this, entire files would be stored as single chunks in the vector database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Symbol-level extraction ensures only the precise, relevant piece of code is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retrieved and sent to the LLM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type="title"/>
          </p:nvPr>
        </p:nvSpPr>
        <p:spPr>
          <a:xfrm>
            <a:off x="0" y="-1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Vector Indexing (ChromaDB)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130353" y="1056983"/>
            <a:ext cx="88833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Each extracted symbol is stored as a separate vector document in a persistent ChromaDB collection named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"codebase"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 located at .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synaptix_db/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inside the target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repo.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Document format: Prefixed with context for better embedding similarity: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"function extract_symbols in app/treesitter.py\n\n&lt;actual source code&gt;"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Metadata per chunk: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path: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relative file 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symbol_name: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qualified name (e.g.,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SynaptixChat._ask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symbol_kind: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function, class, method, or file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start_line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end_line: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exact line range in source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is_entry: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whether the file is an entry point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 re-analysis, the old collection is deleted and rebuilt from scratch to stay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sync with the codebase. The chat interfaces later query this collection with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collection.query(query_texts=[question], n_results=6)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to retrieve the most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relevant symbol chunks for RAG.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/>
          <p:nvPr>
            <p:ph type="title"/>
          </p:nvPr>
        </p:nvSpPr>
        <p:spPr>
          <a:xfrm>
            <a:off x="130325" y="0"/>
            <a:ext cx="63024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Relationship Resolver &amp; Mermaid Renderer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235025" y="1304375"/>
            <a:ext cx="86715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Relationship Resolver: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Sends each file's code (up to 4000 chars) to Ollama/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qwen3 with a prompt: "Respond with ONLY a short label (max 6 words) describing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its role." Examples of generated labels: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app/cli.py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"CLI interface for Synaptix"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app/agents/context_climber.py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"Import dependency tracer"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app/treesitter.py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"Tree-sitter Python symbol extraction"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Falls back to filename-based labels if Ollama is unavailable. Strips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&lt;think&gt;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tags from model output.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Mermaid Renderer: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Takes the dependency edges + labels and generates a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flowchart TD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diagram. Each node shows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filename\nLLM-generated label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 Edges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represent real import dependencies. Output saved as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synaptix_output.md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embedded Mermaid code block.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>
            <p:ph type="title"/>
          </p:nvPr>
        </p:nvSpPr>
        <p:spPr>
          <a:xfrm>
            <a:off x="235025" y="-1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Interactive Chat (TUI + Web UI)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30328" y="1304383"/>
            <a:ext cx="88833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Both interfaces implement the same RAG pipeline: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User asks a natural-language question about the codebase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Retrieve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ChromaDB vector search returns top 6 matching symbol chunks (web UI filters by relevance threshold of 1.75)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Ground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Retrieved source code is prepended to the user's question as context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Generate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Ollama/qwen3 streams a response grounded in actual code, not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hallucinated knowledge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Trace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→ A retrieval trace is displayed showing exactly which symbols were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accessed, their file paths, line ranges, and vector distances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TUI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— Built with Textual framework, runs in terminal, styled with user/assistant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/trace message classes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Web UI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— Flask backend with SSE streaming, split-screen layout (Mermaid diagram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 left, chat on right), resizable panels, dark theme, uses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marked.js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Markdown rendering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 txBox="1"/>
          <p:nvPr/>
        </p:nvSpPr>
        <p:spPr>
          <a:xfrm>
            <a:off x="1343296" y="3102118"/>
            <a:ext cx="661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2"/>
          <p:cNvSpPr txBox="1"/>
          <p:nvPr>
            <p:ph idx="4294967295" type="sldNum"/>
          </p:nvPr>
        </p:nvSpPr>
        <p:spPr>
          <a:xfrm>
            <a:off x="8428072" y="6414708"/>
            <a:ext cx="25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